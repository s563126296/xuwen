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91440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徐闻县智慧交通大屏系统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  <a:latin typeface="Microsoft YaHei"/>
              </a:rPr>
              <a:t>系统介绍与演示汇报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徐闻县智慧交通项目组  | 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徐闻交通的特殊性与挑战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唯一陆路口岸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中国大陆唯一通往海南的陆路通道，12海里琼州海峡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37160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8132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道路容量有限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7452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进港大道单向3车道（拓宽施工中），节假日货车排队1-2天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6440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严重拥堵常态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严重堵车时等待超过7天，影响数千辆车和上万人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15468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26440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台风停航风险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5760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台风停航滞留最长半个月，冷链车不能熄火情况危急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现有系统五大痛点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数据全靠模拟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88720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卡口数据已暂停，港口数据靠人工拷贝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69164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只能看到拥堵，看不出原因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45920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显示拥堵指数但不告诉为什么堵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没有决策建议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领导和值班员只能凭经验判断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60604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应急靠临时开会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60320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台风来了才开会，跨部门协调靠微信群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Microsoft YaHei"/>
              </a:rPr>
              <a:t>界面不够智能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17520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县委书记指出：要能提供决策依据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2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92400E"/>
                </a:solidFill>
                <a:latin typeface="Microsoft YaHei"/>
              </a:rPr>
              <a:t>县委书记原话：大屏要能提供决策依据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系统升级目标：六大能力跃升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态势感知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325880"/>
            <a:ext cx="2926080" cy="365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258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  <a:latin typeface="Microsoft YaHei"/>
              </a:rPr>
              <a:t>人工巡查+电话汇报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37760" y="1371600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0" y="1325880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32588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  <a:latin typeface="Microsoft YaHei"/>
              </a:rPr>
              <a:t>10秒一屏感知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拥堵分析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856232"/>
            <a:ext cx="2926080" cy="365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856232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  <a:latin typeface="Microsoft YaHei"/>
              </a:rPr>
              <a:t>自己猜原因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37760" y="1901952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0" y="1856232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856232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  <a:latin typeface="Microsoft YaHei"/>
              </a:rPr>
              <a:t>AI自动归因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40863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决策支持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2386583"/>
            <a:ext cx="2926080" cy="365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2386583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  <a:latin typeface="Microsoft YaHei"/>
              </a:rPr>
              <a:t>无建议，靠经验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2432303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0" y="2386583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386583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  <a:latin typeface="Microsoft YaHei"/>
              </a:rPr>
              <a:t>AI推荐15种策略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71215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执行调度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916935"/>
            <a:ext cx="2926080" cy="365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2916935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  <a:latin typeface="Microsoft YaHei"/>
              </a:rPr>
              <a:t>打电话通知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937760" y="2962655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0" y="2916935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2916935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  <a:latin typeface="Microsoft YaHei"/>
              </a:rPr>
              <a:t>一键下发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401568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应急响应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3447288"/>
            <a:ext cx="2926080" cy="365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344728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  <a:latin typeface="Microsoft YaHei"/>
              </a:rPr>
              <a:t>临时开会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37760" y="3493008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0" y="3447288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44728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  <a:latin typeface="Microsoft YaHei"/>
              </a:rPr>
              <a:t>提前预测部署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跨部门协同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3977640"/>
            <a:ext cx="2926080" cy="36576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397764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  <a:latin typeface="Microsoft YaHei"/>
              </a:rPr>
              <a:t>微信群协调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937760" y="4023360"/>
            <a:ext cx="45720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0" y="3977640"/>
            <a:ext cx="3200400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397764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  <a:latin typeface="Microsoft YaHei"/>
              </a:rPr>
              <a:t>系统自动调度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总览模式：7x24小时日常监控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日常值班默认界面，零操作感知全局态势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>
                <a:solidFill>
                  <a:srgbClr val="0891B2"/>
                </a:solidFill>
                <a:latin typeface="Microsoft YaHei"/>
              </a:rPr>
              <a:t>10秒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Microsoft YaHei"/>
              </a:rPr>
              <a:t>值班员判断今天正不正常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1031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>
                <a:solidFill>
                  <a:srgbClr val="0891B2"/>
                </a:solidFill>
                <a:latin typeface="Microsoft YaHei"/>
              </a:rPr>
              <a:t>30秒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1752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Microsoft YaHei"/>
              </a:rPr>
              <a:t>领导了解全局态势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>
                <a:solidFill>
                  <a:srgbClr val="0891B2"/>
                </a:solidFill>
                <a:latin typeface="Microsoft YaHei"/>
              </a:rPr>
              <a:t>0次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286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Microsoft YaHei"/>
              </a:rPr>
              <a:t>点击操作，AI一句话结论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AI态势研判面板（核心创新）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8350F"/>
                </a:solidFill>
                <a:latin typeface="Microsoft YaHei"/>
              </a:rPr>
              <a:t>进港大道轻度拥堵（指数3.2） | 建议14:45启动S376分流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82296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当前态势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进港大道轻度拥堵（指数3.2），主要原因：港口积压型（85%权重）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趋势预判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预计14:30指数升至4.5，16:00达峰值5.8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建议操作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建议14:45启动S376分流 + 港口加速放行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用户场景：领导巡查对比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icrosoft YaHei"/>
              </a:rPr>
              <a:t>旧系统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65760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今日入城 12,847辆
今日出城 11,235辆
交通违法 356件
→ 领导看不懂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6304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新系统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57400"/>
            <a:ext cx="365760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进港大道轻度拥堵
原因：港口积压型（85%）
建议：S376分流
→ 领导30秒完成决策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指挥模式：拥堵处置决策中枢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看到拥堵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83080" y="196596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182880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39" y="1874519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知道为什么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399" y="196596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874519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知道影响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17720" y="196596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182880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874519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知道怎么办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196596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874519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知道效果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52360" y="196596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3800" y="182880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874519"/>
            <a:ext cx="1188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验证结果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DCFC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15E59"/>
                </a:solidFill>
                <a:latin typeface="Microsoft YaHei"/>
              </a:rPr>
              <a:t>核心价值：从看到拥堵升级为知道为什么堵、该怎么办、效果如何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拥堵归因分析（5种类型）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港口积压型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港口放行慢 + 进港大道排队长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17320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Microsoft YaHei"/>
              </a:rPr>
              <a:t>权重85%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93392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流量高峰型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39112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节假日/周末车流量激增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39112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Microsoft YaHei"/>
              </a:rPr>
              <a:t>权重70%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15184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60904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事故阻断型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660904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交通事故导致道路阻断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60904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Microsoft YaHei"/>
              </a:rPr>
              <a:t>权重95%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36976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82696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天气影响型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282696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大雾/暴雨导致能见度低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82696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Microsoft YaHei"/>
              </a:rPr>
              <a:t>权重60%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58768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04488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施工占道型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904488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道路施工占用车道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04488"/>
            <a:ext cx="1645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Microsoft YaHei"/>
              </a:rPr>
              <a:t>权重80%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15种调度策略库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S376分流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1645920" cy="32004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>
                <a:solidFill>
                  <a:srgbClr val="115E59"/>
                </a:solidFill>
                <a:latin typeface="Microsoft YaHei"/>
              </a:rPr>
              <a:t>需县长授权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002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港口加速放行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48840"/>
            <a:ext cx="1645920" cy="32004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>
                <a:solidFill>
                  <a:srgbClr val="115E59"/>
                </a:solidFill>
                <a:latin typeface="Microsoft YaHei"/>
              </a:rPr>
              <a:t>需港口经理授权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临时交通管制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48840"/>
            <a:ext cx="1645920" cy="32004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>
                <a:solidFill>
                  <a:srgbClr val="115E59"/>
                </a:solidFill>
                <a:latin typeface="Microsoft YaHei"/>
              </a:rPr>
              <a:t>需交警队长授权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3464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应急车道开放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20440"/>
            <a:ext cx="1645920" cy="32004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>
                <a:solidFill>
                  <a:srgbClr val="115E59"/>
                </a:solidFill>
                <a:latin typeface="Microsoft YaHei"/>
              </a:rPr>
              <a:t>需县长授权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83464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智能信号灯调整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520440"/>
            <a:ext cx="1645920" cy="32004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>
                <a:solidFill>
                  <a:srgbClr val="115E59"/>
                </a:solidFill>
                <a:latin typeface="Microsoft YaHei"/>
              </a:rPr>
              <a:t>需交警队长授权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3464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971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货车限行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520440"/>
            <a:ext cx="1645920" cy="320040"/>
          </a:xfrm>
          <a:prstGeom prst="roundRect">
            <a:avLst>
              <a:gd name="adj" fmla="val 20000"/>
            </a:avLst>
          </a:prstGeom>
          <a:solidFill>
            <a:srgbClr val="DCFCF7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/>
          <a:lstStyle/>
          <a:p>
            <a:pPr algn="ctr"/>
            <a:r>
              <a:rPr sz="1000" b="0">
                <a:solidFill>
                  <a:srgbClr val="115E59"/>
                </a:solidFill>
                <a:latin typeface="Microsoft YaHei"/>
              </a:rPr>
              <a:t>需交警队长授权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场景：周五重度拥堵全流程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17:05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Microsoft YaHei"/>
              </a:rPr>
              <a:t>指数4.3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Microsoft YaHei"/>
              </a:rPr>
              <a:t>值班员发现拥堵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121408"/>
            <a:ext cx="960120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63240" y="182880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17:12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60604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Microsoft YaHei"/>
              </a:rPr>
              <a:t>飙至6.8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7180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Microsoft YaHei"/>
              </a:rPr>
              <a:t>自动切换指挥模式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2121408"/>
            <a:ext cx="960120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2080" y="182880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17:15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0604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Microsoft YaHei"/>
              </a:rPr>
              <a:t>执行策略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Microsoft YaHei"/>
              </a:rPr>
              <a:t>一键执行3策略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2121408"/>
            <a:ext cx="960120" cy="25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0920" y="182880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17:50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60604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Microsoft YaHei"/>
              </a:rPr>
              <a:t>降至2.8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97180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Microsoft YaHei"/>
              </a:rPr>
              <a:t>拥堵缓解完成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Microsoft YaHei"/>
              </a:rPr>
              <a:t>全程45分钟，一屏操作，完整记录可复盘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应急模式：台风停航应急指挥中枢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2D3A7A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Microsoft YaHei"/>
              </a:rPr>
              <a:t>预警期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57400" y="24688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146304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2D3A7A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60020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Microsoft YaHei"/>
              </a:rPr>
              <a:t>停航初期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49040" y="24688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0" y="146304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2D3A7A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60020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Microsoft YaHei"/>
              </a:rPr>
              <a:t>滞留高峰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4688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32120" y="146304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2D3A7A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60020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Microsoft YaHei"/>
              </a:rPr>
              <a:t>复航准备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2320" y="246888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1463040"/>
            <a:ext cx="1554480" cy="2286000"/>
          </a:xfrm>
          <a:prstGeom prst="roundRect">
            <a:avLst>
              <a:gd name="adj" fmla="val 8000"/>
            </a:avLst>
          </a:prstGeom>
          <a:solidFill>
            <a:srgbClr val="2D3A7A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60020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Microsoft YaHei"/>
              </a:rPr>
              <a:t>复航消化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自动触发：停航通知/台风预警 → 系统自动切换应急模式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滞留预测与物资自动估算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3,200辆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预计滞留峰值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6304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180辆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4688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冷链车数量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6304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91640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38,800份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盒饭需求2天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463040"/>
            <a:ext cx="192024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691640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23,000升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46888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饮用水需求2天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DCFCF7"/>
          </a:solidFill>
          <a:ln w="9525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15E59"/>
                </a:solidFill>
                <a:latin typeface="Microsoft YaHei"/>
              </a:rPr>
              <a:t>替代临时开会拍脑袋决定调多少物资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冷链车追踪与跨部门任务板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冷链车三级预警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97280" cy="4114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6596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黄色预警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97280" cy="4114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603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橙色预警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97280" cy="41148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24小时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15468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Microsoft YaHei"/>
              </a:rPr>
              <a:t>红色预警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icrosoft YaHei"/>
              </a:rPr>
              <a:t>跨部门自动任务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9659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• 交通局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• 公安局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• 应急管理局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• 港口管理方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6118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• 民政局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智能外呼替代人工打电话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场景：台风全程应急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T-24h 预警期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2588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气象预警接入，自动启动预案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84248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T+0h 停航初期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84248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港口关闭，滞留车辆开始累积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96896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42616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T+12h 滞留高峰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42616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物资调配，冷链车优先处理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4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00984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T+36h 复航准备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00984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运力评估，复航方案制定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1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59351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T+48h 复航消化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59351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有序放行，积压车辆逐步消化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港口模式：琼州海峡通行专项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海峡通行指数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实时监控琼州海峡通行状态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37160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8132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AIS船舶追踪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7452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船舶位置、航速、航向实时追踪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6440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双港对比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徐闻港vs海安新港运力对比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154680"/>
            <a:ext cx="4023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26440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停航风险预测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57600"/>
            <a:ext cx="37490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基于气象数据预测停航概率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场景：港口经理日常监控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65760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• 海峡通行指数：良好
• 在航船舶：12艘
• 待泊船舶：3艘
• 今日发航：45航次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371600"/>
            <a:ext cx="4023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3657600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• 运力充足，无需加班航次
• 明日有大风预警，提前通知
• 冷链车优先安排下一航次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分析模式：历史回顾与智能报告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历史事件查询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按时间/类型/严重度检索历史事件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8132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策略效果分析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2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每种策略的执行效果统计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8132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趋势对比图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同比/环比交通指标对比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6440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热力图分析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路段拥堵热力分布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15468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26440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时间轴回放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5760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历史事件全过程回放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5468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64408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Microsoft YaHei"/>
              </a:rPr>
              <a:t>自动报告生成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5760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一键生成PPT/PDF汇报材料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icrosoft YaHei"/>
              </a:rPr>
              <a:t>场景：周一向县长汇报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54864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737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5次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上周拥堵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6304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645920"/>
            <a:ext cx="1737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28分钟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8600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平均缓解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6304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1737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8600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策略采纳率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46304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645920"/>
            <a:ext cx="1737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0891B2"/>
                </a:solidFill>
                <a:latin typeface="Microsoft YaHei"/>
              </a:rPr>
              <a:t>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286000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Microsoft YaHei"/>
              </a:rPr>
              <a:t>预测准确率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65F46"/>
                </a:solidFill>
                <a:latin typeface="Microsoft YaHei"/>
              </a:rPr>
              <a:t>一键生成PPT汇报材料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YaHei"/>
              </a:rPr>
              <a:t>五模式协同：台风季周五全流程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09:00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280160"/>
            <a:ext cx="1097280" cy="3657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25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拥堵指数3.5，AI提示切换指挥模式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09:15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783080"/>
            <a:ext cx="109728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指挥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归因港口积压，执行S-04信号灯优化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14:00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286000"/>
            <a:ext cx="1097280" cy="3657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总览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气象推送台风黄色预警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15:00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788920"/>
            <a:ext cx="1097280" cy="365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8346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应急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788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停航自动触发，任务下发6部门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18:00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291840"/>
            <a:ext cx="1097280" cy="365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337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应急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291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复航准备，分批放行方案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794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22:00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794760"/>
            <a:ext cx="1097280" cy="3657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8404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总览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7947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滞留&lt;200辆，切回正常值班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徐闻县智慧交通大屏系统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YaHei"/>
              </a:rPr>
              <a:t>系统核心价值指标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891B2"/>
                </a:solidFill>
                <a:latin typeface="Microsoft YaHei"/>
              </a:rPr>
              <a:t>≤3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异常发现上报时间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630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002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891B2"/>
                </a:solidFill>
                <a:latin typeface="Microsoft YaHei"/>
              </a:rPr>
              <a:t>≥60%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402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AI策略采纳率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6002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891B2"/>
                </a:solidFill>
                <a:latin typeface="Microsoft YaHei"/>
              </a:rPr>
              <a:t>≥99.5%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402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大屏可用性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891B2"/>
                </a:solidFill>
                <a:latin typeface="Microsoft YaHei"/>
              </a:rPr>
              <a:t>≤2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模式切换响应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834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9718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891B2"/>
                </a:solidFill>
                <a:latin typeface="Microsoft YaHei"/>
              </a:rPr>
              <a:t>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策略预测准确率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346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9718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891B2"/>
                </a:solidFill>
                <a:latin typeface="Microsoft YaHei"/>
              </a:rPr>
              <a:t>55项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61188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接入数据总量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徐闻县智慧交通大屏系统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YaHei"/>
              </a:rPr>
              <a:t>数据接入总览：9个单位 55项数据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41248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协调单位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234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数据项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34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紧急程度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234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解锁能力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徐闻港管理方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45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19项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🔴 最紧急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645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港口运力、滞留预测、AIS追踪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7510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公安局（交警）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97510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7项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97510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🔴 最紧急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75103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车流统计、卡口识别、现场警力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58568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042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高德地图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3042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4项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30428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🔴 最紧急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0428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拥堵指数、路况地图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334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气象部门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6334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7项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6334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🔴 最紧急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6334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台风预警、停航风险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16936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962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海洋预报/海事局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29626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2项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9626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🔴 最紧急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96265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浪高、潮汐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29183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交通运输局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2918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7项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32918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🟡 重要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29183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信号灯、诱导屏远控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575304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6210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民政局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36210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5项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36210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🟢 一般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6210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应急物资管理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5020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应急管理局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395020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3项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395020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🟢 一般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39502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应急预案、无人机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33672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2793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项目组内部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279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1项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279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🟡 重要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2793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基础GIS数据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徐闻县智慧交通大屏系统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YaHei"/>
              </a:rPr>
              <a:t>三批次推进计划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463040" cy="10058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第一批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2-4周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18872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261872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解锁基础能力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72768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接入：高德API采购 + 公安卡口提频 + 港口闸机接入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856232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891B2"/>
                </a:solidFill>
                <a:latin typeface="Microsoft YaHei"/>
              </a:rPr>
              <a:t>解锁：实时拥堵、车流统计、港口运力、停航接收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46304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7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第二批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1-2个月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33172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404872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解锁智能分析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715768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接入：港口售票数据 + 气象API + 事故数据 + 施工信息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999232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891B2"/>
                </a:solidFill>
                <a:latin typeface="Microsoft YaHei"/>
              </a:rPr>
              <a:t>解锁：拥堵归因、AI策略、滞留预测、台风联动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1463040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1187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第三批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59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3-4个月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7472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3547872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解锁一键执行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858768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>接入：信号灯远控 + 诱导屏下发 + 民政物资 + 应急预案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142231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891B2"/>
                </a:solidFill>
                <a:latin typeface="Microsoft YaHei"/>
              </a:rPr>
              <a:t>解锁：信号灯一键调整、诱导屏一键发布、跨部门协同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徐闻县智慧交通大屏系统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YaHei"/>
              </a:rPr>
              <a:t>需县领导协调推动的重点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9144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YaHei"/>
              </a:rPr>
              <a:t>徐闻港管理方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984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DC2626"/>
                </a:solidFill>
                <a:latin typeface="Microsoft YaHei"/>
              </a:rPr>
              <a:t>🔴 最核心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闸机数据、售票数据、AIS船舶、停航通知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没有港口数据 = 核心功能无法运行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9144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YaHei"/>
              </a:rPr>
              <a:t>公安局（交警大队）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957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DC2626"/>
                </a:solidFill>
                <a:latin typeface="Microsoft YaHei"/>
              </a:rPr>
              <a:t>🔴 最紧急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恢复卡口数据推送，更新频率 1小时 → 5分钟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7180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设备支持，仅需后台调整配置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9144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930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YaHei"/>
              </a:rPr>
              <a:t>气象/海洋部门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930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DC2626"/>
                </a:solidFill>
                <a:latin typeface="Microsoft YaHei"/>
              </a:rPr>
              <a:t>🔴 台风季前必须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22191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台风路径、预警信息、海面能见度、浪高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台风季前完成，否则应急模式无法触发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徐闻县智慧交通大屏系统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Microsoft YaHei"/>
              </a:rPr>
              <a:t>历史数据仓库：系统自建档案馆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Microsoft YaHei"/>
              </a:rPr>
              <a:t>为什么需要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分析模式和 AI 预测模型需要历史数据积累。没有历史数据，两个模式上线后只能看当天数据，无法做趋势分析和策略效果评估。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841248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Microsoft YaHei"/>
              </a:rPr>
              <a:t>形象类比：医生看病需要病历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系统要判断今天的拥堵是不是异常，需要对比过去半年同期数据。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要评估上次疏导策略是否有效，需要调出当时完整记录对比前后变化。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841248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重要提醒：系统上线后需运行 6-12 个月积累数据，AI 预测和深度分析才能达到最高准确率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徐闻县智慧交通大屏系统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</a:rP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6200" y="123444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YaHei"/>
              </a:rPr>
              <a:t>✓ 从 "看到问题" 升级为 "理解并解决问题"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YaHei"/>
              </a:rPr>
              <a:t>✓ 从 "人工协调" 升级为 "系统智能调度"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YaHei"/>
              </a:rPr>
              <a:t>✓ 从 "临时应对" 升级为 "提前预测部署"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29000"/>
            <a:ext cx="7315200" cy="731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8444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恳请县领导支持数据接入推进工作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Microsoft YaHei"/>
              </a:rPr>
              <a:t>徐闻县智慧交通项目组  |  2026年4月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